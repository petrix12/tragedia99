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602288" cy="84597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20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0172" y="1384507"/>
            <a:ext cx="4761945" cy="2945260"/>
          </a:xfrm>
        </p:spPr>
        <p:txBody>
          <a:bodyPr anchor="b"/>
          <a:lstStyle>
            <a:lvl1pPr algn="ctr">
              <a:defRPr sz="3676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0286" y="4443348"/>
            <a:ext cx="4201716" cy="2042490"/>
          </a:xfrm>
        </p:spPr>
        <p:txBody>
          <a:bodyPr/>
          <a:lstStyle>
            <a:lvl1pPr marL="0" indent="0" algn="ctr">
              <a:buNone/>
              <a:defRPr sz="1470"/>
            </a:lvl1pPr>
            <a:lvl2pPr marL="280126" indent="0" algn="ctr">
              <a:buNone/>
              <a:defRPr sz="1225"/>
            </a:lvl2pPr>
            <a:lvl3pPr marL="560253" indent="0" algn="ctr">
              <a:buNone/>
              <a:defRPr sz="1103"/>
            </a:lvl3pPr>
            <a:lvl4pPr marL="840379" indent="0" algn="ctr">
              <a:buNone/>
              <a:defRPr sz="980"/>
            </a:lvl4pPr>
            <a:lvl5pPr marL="1120506" indent="0" algn="ctr">
              <a:buNone/>
              <a:defRPr sz="980"/>
            </a:lvl5pPr>
            <a:lvl6pPr marL="1400632" indent="0" algn="ctr">
              <a:buNone/>
              <a:defRPr sz="980"/>
            </a:lvl6pPr>
            <a:lvl7pPr marL="1680759" indent="0" algn="ctr">
              <a:buNone/>
              <a:defRPr sz="980"/>
            </a:lvl7pPr>
            <a:lvl8pPr marL="1960885" indent="0" algn="ctr">
              <a:buNone/>
              <a:defRPr sz="980"/>
            </a:lvl8pPr>
            <a:lvl9pPr marL="2241012" indent="0" algn="ctr">
              <a:buNone/>
              <a:defRPr sz="98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52007-A09A-4A6F-AE03-81D965B6E583}" type="datetimeFigureOut">
              <a:rPr lang="es-ES" smtClean="0"/>
              <a:t>05/05/2026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EFD8F-5283-4FF1-BA3E-DA5892FFE1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1287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52007-A09A-4A6F-AE03-81D965B6E583}" type="datetimeFigureOut">
              <a:rPr lang="es-ES" smtClean="0"/>
              <a:t>05/05/2026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EFD8F-5283-4FF1-BA3E-DA5892FFE1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2625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240" y="2109075"/>
            <a:ext cx="4831973" cy="3519036"/>
          </a:xfrm>
        </p:spPr>
        <p:txBody>
          <a:bodyPr anchor="b"/>
          <a:lstStyle>
            <a:lvl1pPr>
              <a:defRPr sz="3676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2240" y="5661402"/>
            <a:ext cx="4831973" cy="1850578"/>
          </a:xfrm>
        </p:spPr>
        <p:txBody>
          <a:bodyPr/>
          <a:lstStyle>
            <a:lvl1pPr marL="0" indent="0">
              <a:buNone/>
              <a:defRPr sz="1470">
                <a:solidFill>
                  <a:schemeClr val="tx1">
                    <a:tint val="82000"/>
                  </a:schemeClr>
                </a:solidFill>
              </a:defRPr>
            </a:lvl1pPr>
            <a:lvl2pPr marL="280126" indent="0">
              <a:buNone/>
              <a:defRPr sz="1225">
                <a:solidFill>
                  <a:schemeClr val="tx1">
                    <a:tint val="82000"/>
                  </a:schemeClr>
                </a:solidFill>
              </a:defRPr>
            </a:lvl2pPr>
            <a:lvl3pPr marL="560253" indent="0">
              <a:buNone/>
              <a:defRPr sz="1103">
                <a:solidFill>
                  <a:schemeClr val="tx1">
                    <a:tint val="82000"/>
                  </a:schemeClr>
                </a:solidFill>
              </a:defRPr>
            </a:lvl3pPr>
            <a:lvl4pPr marL="840379" indent="0">
              <a:buNone/>
              <a:defRPr sz="980">
                <a:solidFill>
                  <a:schemeClr val="tx1">
                    <a:tint val="82000"/>
                  </a:schemeClr>
                </a:solidFill>
              </a:defRPr>
            </a:lvl4pPr>
            <a:lvl5pPr marL="1120506" indent="0">
              <a:buNone/>
              <a:defRPr sz="980">
                <a:solidFill>
                  <a:schemeClr val="tx1">
                    <a:tint val="82000"/>
                  </a:schemeClr>
                </a:solidFill>
              </a:defRPr>
            </a:lvl5pPr>
            <a:lvl6pPr marL="1400632" indent="0">
              <a:buNone/>
              <a:defRPr sz="980">
                <a:solidFill>
                  <a:schemeClr val="tx1">
                    <a:tint val="82000"/>
                  </a:schemeClr>
                </a:solidFill>
              </a:defRPr>
            </a:lvl6pPr>
            <a:lvl7pPr marL="1680759" indent="0">
              <a:buNone/>
              <a:defRPr sz="980">
                <a:solidFill>
                  <a:schemeClr val="tx1">
                    <a:tint val="82000"/>
                  </a:schemeClr>
                </a:solidFill>
              </a:defRPr>
            </a:lvl7pPr>
            <a:lvl8pPr marL="1960885" indent="0">
              <a:buNone/>
              <a:defRPr sz="980">
                <a:solidFill>
                  <a:schemeClr val="tx1">
                    <a:tint val="82000"/>
                  </a:schemeClr>
                </a:solidFill>
              </a:defRPr>
            </a:lvl8pPr>
            <a:lvl9pPr marL="2241012" indent="0">
              <a:buNone/>
              <a:defRPr sz="9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52007-A09A-4A6F-AE03-81D965B6E583}" type="datetimeFigureOut">
              <a:rPr lang="es-ES" smtClean="0"/>
              <a:t>05/05/2026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EFD8F-5283-4FF1-BA3E-DA5892FFE1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9981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5158" y="2252027"/>
            <a:ext cx="2380972" cy="536765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36159" y="2252027"/>
            <a:ext cx="2380972" cy="536765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52007-A09A-4A6F-AE03-81D965B6E583}" type="datetimeFigureOut">
              <a:rPr lang="es-ES" smtClean="0"/>
              <a:t>05/05/2026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EFD8F-5283-4FF1-BA3E-DA5892FFE1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9796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887" y="450407"/>
            <a:ext cx="4831973" cy="163516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888" y="2073824"/>
            <a:ext cx="2370030" cy="1016349"/>
          </a:xfrm>
        </p:spPr>
        <p:txBody>
          <a:bodyPr anchor="b"/>
          <a:lstStyle>
            <a:lvl1pPr marL="0" indent="0">
              <a:buNone/>
              <a:defRPr sz="1470" b="1"/>
            </a:lvl1pPr>
            <a:lvl2pPr marL="280126" indent="0">
              <a:buNone/>
              <a:defRPr sz="1225" b="1"/>
            </a:lvl2pPr>
            <a:lvl3pPr marL="560253" indent="0">
              <a:buNone/>
              <a:defRPr sz="1103" b="1"/>
            </a:lvl3pPr>
            <a:lvl4pPr marL="840379" indent="0">
              <a:buNone/>
              <a:defRPr sz="980" b="1"/>
            </a:lvl4pPr>
            <a:lvl5pPr marL="1120506" indent="0">
              <a:buNone/>
              <a:defRPr sz="980" b="1"/>
            </a:lvl5pPr>
            <a:lvl6pPr marL="1400632" indent="0">
              <a:buNone/>
              <a:defRPr sz="980" b="1"/>
            </a:lvl6pPr>
            <a:lvl7pPr marL="1680759" indent="0">
              <a:buNone/>
              <a:defRPr sz="980" b="1"/>
            </a:lvl7pPr>
            <a:lvl8pPr marL="1960885" indent="0">
              <a:buNone/>
              <a:defRPr sz="980" b="1"/>
            </a:lvl8pPr>
            <a:lvl9pPr marL="2241012" indent="0">
              <a:buNone/>
              <a:defRPr sz="98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5888" y="3090173"/>
            <a:ext cx="2370030" cy="454517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36159" y="2073824"/>
            <a:ext cx="2381702" cy="1016349"/>
          </a:xfrm>
        </p:spPr>
        <p:txBody>
          <a:bodyPr anchor="b"/>
          <a:lstStyle>
            <a:lvl1pPr marL="0" indent="0">
              <a:buNone/>
              <a:defRPr sz="1470" b="1"/>
            </a:lvl1pPr>
            <a:lvl2pPr marL="280126" indent="0">
              <a:buNone/>
              <a:defRPr sz="1225" b="1"/>
            </a:lvl2pPr>
            <a:lvl3pPr marL="560253" indent="0">
              <a:buNone/>
              <a:defRPr sz="1103" b="1"/>
            </a:lvl3pPr>
            <a:lvl4pPr marL="840379" indent="0">
              <a:buNone/>
              <a:defRPr sz="980" b="1"/>
            </a:lvl4pPr>
            <a:lvl5pPr marL="1120506" indent="0">
              <a:buNone/>
              <a:defRPr sz="980" b="1"/>
            </a:lvl5pPr>
            <a:lvl6pPr marL="1400632" indent="0">
              <a:buNone/>
              <a:defRPr sz="980" b="1"/>
            </a:lvl6pPr>
            <a:lvl7pPr marL="1680759" indent="0">
              <a:buNone/>
              <a:defRPr sz="980" b="1"/>
            </a:lvl7pPr>
            <a:lvl8pPr marL="1960885" indent="0">
              <a:buNone/>
              <a:defRPr sz="980" b="1"/>
            </a:lvl8pPr>
            <a:lvl9pPr marL="2241012" indent="0">
              <a:buNone/>
              <a:defRPr sz="98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836159" y="3090173"/>
            <a:ext cx="2381702" cy="454517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52007-A09A-4A6F-AE03-81D965B6E583}" type="datetimeFigureOut">
              <a:rPr lang="es-ES" smtClean="0"/>
              <a:t>05/05/2026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EFD8F-5283-4FF1-BA3E-DA5892FFE1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6891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52007-A09A-4A6F-AE03-81D965B6E583}" type="datetimeFigureOut">
              <a:rPr lang="es-ES" smtClean="0"/>
              <a:t>05/05/2026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EFD8F-5283-4FF1-BA3E-DA5892FFE1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2059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52007-A09A-4A6F-AE03-81D965B6E583}" type="datetimeFigureOut">
              <a:rPr lang="es-ES" smtClean="0"/>
              <a:t>05/05/2026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EFD8F-5283-4FF1-BA3E-DA5892FFE1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4801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887" y="563986"/>
            <a:ext cx="1806884" cy="1973951"/>
          </a:xfrm>
        </p:spPr>
        <p:txBody>
          <a:bodyPr anchor="b"/>
          <a:lstStyle>
            <a:lvl1pPr>
              <a:defRPr sz="196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1702" y="1218054"/>
            <a:ext cx="2836158" cy="6011933"/>
          </a:xfrm>
        </p:spPr>
        <p:txBody>
          <a:bodyPr/>
          <a:lstStyle>
            <a:lvl1pPr>
              <a:defRPr sz="1961"/>
            </a:lvl1pPr>
            <a:lvl2pPr>
              <a:defRPr sz="1716"/>
            </a:lvl2pPr>
            <a:lvl3pPr>
              <a:defRPr sz="1470"/>
            </a:lvl3pPr>
            <a:lvl4pPr>
              <a:defRPr sz="1225"/>
            </a:lvl4pPr>
            <a:lvl5pPr>
              <a:defRPr sz="1225"/>
            </a:lvl5pPr>
            <a:lvl6pPr>
              <a:defRPr sz="1225"/>
            </a:lvl6pPr>
            <a:lvl7pPr>
              <a:defRPr sz="1225"/>
            </a:lvl7pPr>
            <a:lvl8pPr>
              <a:defRPr sz="1225"/>
            </a:lvl8pPr>
            <a:lvl9pPr>
              <a:defRPr sz="122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5887" y="2537936"/>
            <a:ext cx="1806884" cy="4701841"/>
          </a:xfrm>
        </p:spPr>
        <p:txBody>
          <a:bodyPr/>
          <a:lstStyle>
            <a:lvl1pPr marL="0" indent="0">
              <a:buNone/>
              <a:defRPr sz="980"/>
            </a:lvl1pPr>
            <a:lvl2pPr marL="280126" indent="0">
              <a:buNone/>
              <a:defRPr sz="858"/>
            </a:lvl2pPr>
            <a:lvl3pPr marL="560253" indent="0">
              <a:buNone/>
              <a:defRPr sz="735"/>
            </a:lvl3pPr>
            <a:lvl4pPr marL="840379" indent="0">
              <a:buNone/>
              <a:defRPr sz="613"/>
            </a:lvl4pPr>
            <a:lvl5pPr marL="1120506" indent="0">
              <a:buNone/>
              <a:defRPr sz="613"/>
            </a:lvl5pPr>
            <a:lvl6pPr marL="1400632" indent="0">
              <a:buNone/>
              <a:defRPr sz="613"/>
            </a:lvl6pPr>
            <a:lvl7pPr marL="1680759" indent="0">
              <a:buNone/>
              <a:defRPr sz="613"/>
            </a:lvl7pPr>
            <a:lvl8pPr marL="1960885" indent="0">
              <a:buNone/>
              <a:defRPr sz="613"/>
            </a:lvl8pPr>
            <a:lvl9pPr marL="2241012" indent="0">
              <a:buNone/>
              <a:defRPr sz="61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52007-A09A-4A6F-AE03-81D965B6E583}" type="datetimeFigureOut">
              <a:rPr lang="es-ES" smtClean="0"/>
              <a:t>05/05/2026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EFD8F-5283-4FF1-BA3E-DA5892FFE1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6476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887" y="563986"/>
            <a:ext cx="1806884" cy="1973951"/>
          </a:xfrm>
        </p:spPr>
        <p:txBody>
          <a:bodyPr anchor="b"/>
          <a:lstStyle>
            <a:lvl1pPr>
              <a:defRPr sz="196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1702" y="1218054"/>
            <a:ext cx="2836158" cy="6011933"/>
          </a:xfrm>
        </p:spPr>
        <p:txBody>
          <a:bodyPr anchor="t"/>
          <a:lstStyle>
            <a:lvl1pPr marL="0" indent="0">
              <a:buNone/>
              <a:defRPr sz="1961"/>
            </a:lvl1pPr>
            <a:lvl2pPr marL="280126" indent="0">
              <a:buNone/>
              <a:defRPr sz="1716"/>
            </a:lvl2pPr>
            <a:lvl3pPr marL="560253" indent="0">
              <a:buNone/>
              <a:defRPr sz="1470"/>
            </a:lvl3pPr>
            <a:lvl4pPr marL="840379" indent="0">
              <a:buNone/>
              <a:defRPr sz="1225"/>
            </a:lvl4pPr>
            <a:lvl5pPr marL="1120506" indent="0">
              <a:buNone/>
              <a:defRPr sz="1225"/>
            </a:lvl5pPr>
            <a:lvl6pPr marL="1400632" indent="0">
              <a:buNone/>
              <a:defRPr sz="1225"/>
            </a:lvl6pPr>
            <a:lvl7pPr marL="1680759" indent="0">
              <a:buNone/>
              <a:defRPr sz="1225"/>
            </a:lvl7pPr>
            <a:lvl8pPr marL="1960885" indent="0">
              <a:buNone/>
              <a:defRPr sz="1225"/>
            </a:lvl8pPr>
            <a:lvl9pPr marL="2241012" indent="0">
              <a:buNone/>
              <a:defRPr sz="1225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5887" y="2537936"/>
            <a:ext cx="1806884" cy="4701841"/>
          </a:xfrm>
        </p:spPr>
        <p:txBody>
          <a:bodyPr/>
          <a:lstStyle>
            <a:lvl1pPr marL="0" indent="0">
              <a:buNone/>
              <a:defRPr sz="980"/>
            </a:lvl1pPr>
            <a:lvl2pPr marL="280126" indent="0">
              <a:buNone/>
              <a:defRPr sz="858"/>
            </a:lvl2pPr>
            <a:lvl3pPr marL="560253" indent="0">
              <a:buNone/>
              <a:defRPr sz="735"/>
            </a:lvl3pPr>
            <a:lvl4pPr marL="840379" indent="0">
              <a:buNone/>
              <a:defRPr sz="613"/>
            </a:lvl4pPr>
            <a:lvl5pPr marL="1120506" indent="0">
              <a:buNone/>
              <a:defRPr sz="613"/>
            </a:lvl5pPr>
            <a:lvl6pPr marL="1400632" indent="0">
              <a:buNone/>
              <a:defRPr sz="613"/>
            </a:lvl6pPr>
            <a:lvl7pPr marL="1680759" indent="0">
              <a:buNone/>
              <a:defRPr sz="613"/>
            </a:lvl7pPr>
            <a:lvl8pPr marL="1960885" indent="0">
              <a:buNone/>
              <a:defRPr sz="613"/>
            </a:lvl8pPr>
            <a:lvl9pPr marL="2241012" indent="0">
              <a:buNone/>
              <a:defRPr sz="61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52007-A09A-4A6F-AE03-81D965B6E583}" type="datetimeFigureOut">
              <a:rPr lang="es-ES" smtClean="0"/>
              <a:t>05/05/2026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EFD8F-5283-4FF1-BA3E-DA5892FFE1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1682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52007-A09A-4A6F-AE03-81D965B6E583}" type="datetimeFigureOut">
              <a:rPr lang="es-ES" smtClean="0"/>
              <a:t>05/05/2026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EFD8F-5283-4FF1-BA3E-DA5892FFE1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6047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009138" y="450406"/>
            <a:ext cx="1207993" cy="71692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5158" y="450406"/>
            <a:ext cx="3553951" cy="71692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52007-A09A-4A6F-AE03-81D965B6E583}" type="datetimeFigureOut">
              <a:rPr lang="es-ES" smtClean="0"/>
              <a:t>05/05/2026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EFD8F-5283-4FF1-BA3E-DA5892FFE1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39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5158" y="450407"/>
            <a:ext cx="4831973" cy="16351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158" y="2252027"/>
            <a:ext cx="4831973" cy="5367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157" y="7840972"/>
            <a:ext cx="1260515" cy="4504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E52007-A09A-4A6F-AE03-81D965B6E583}" type="datetimeFigureOut">
              <a:rPr lang="es-ES" smtClean="0"/>
              <a:t>05/05/2026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55758" y="7840972"/>
            <a:ext cx="1890772" cy="4504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56616" y="7840972"/>
            <a:ext cx="1260515" cy="4504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3EFD8F-5283-4FF1-BA3E-DA5892FFE161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Imagen 6" descr="Un coche estacion en el suelo&#10;&#10;El contenido generado por IA puede ser incorrecto.">
            <a:extLst>
              <a:ext uri="{FF2B5EF4-FFF2-40B4-BE49-F238E27FC236}">
                <a16:creationId xmlns:a16="http://schemas.microsoft.com/office/drawing/2014/main" id="{A01271F7-3327-3175-A225-93DD46E7C3D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02288" cy="845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019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60253" rtl="0" eaLnBrk="1" latinLnBrk="0" hangingPunct="1">
        <a:lnSpc>
          <a:spcPct val="90000"/>
        </a:lnSpc>
        <a:spcBef>
          <a:spcPct val="0"/>
        </a:spcBef>
        <a:buNone/>
        <a:defRPr sz="26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0063" indent="-140063" algn="l" defTabSz="560253" rtl="0" eaLnBrk="1" latinLnBrk="0" hangingPunct="1">
        <a:lnSpc>
          <a:spcPct val="90000"/>
        </a:lnSpc>
        <a:spcBef>
          <a:spcPts val="613"/>
        </a:spcBef>
        <a:buFont typeface="Arial" panose="020B0604020202020204" pitchFamily="34" charset="0"/>
        <a:buChar char="•"/>
        <a:defRPr sz="1716" kern="1200">
          <a:solidFill>
            <a:schemeClr val="tx1"/>
          </a:solidFill>
          <a:latin typeface="+mn-lt"/>
          <a:ea typeface="+mn-ea"/>
          <a:cs typeface="+mn-cs"/>
        </a:defRPr>
      </a:lvl1pPr>
      <a:lvl2pPr marL="420190" indent="-140063" algn="l" defTabSz="560253" rtl="0" eaLnBrk="1" latinLnBrk="0" hangingPunct="1">
        <a:lnSpc>
          <a:spcPct val="90000"/>
        </a:lnSpc>
        <a:spcBef>
          <a:spcPts val="306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2pPr>
      <a:lvl3pPr marL="700316" indent="-140063" algn="l" defTabSz="560253" rtl="0" eaLnBrk="1" latinLnBrk="0" hangingPunct="1">
        <a:lnSpc>
          <a:spcPct val="90000"/>
        </a:lnSpc>
        <a:spcBef>
          <a:spcPts val="306"/>
        </a:spcBef>
        <a:buFont typeface="Arial" panose="020B0604020202020204" pitchFamily="34" charset="0"/>
        <a:buChar char="•"/>
        <a:defRPr sz="1225" kern="1200">
          <a:solidFill>
            <a:schemeClr val="tx1"/>
          </a:solidFill>
          <a:latin typeface="+mn-lt"/>
          <a:ea typeface="+mn-ea"/>
          <a:cs typeface="+mn-cs"/>
        </a:defRPr>
      </a:lvl3pPr>
      <a:lvl4pPr marL="980443" indent="-140063" algn="l" defTabSz="560253" rtl="0" eaLnBrk="1" latinLnBrk="0" hangingPunct="1">
        <a:lnSpc>
          <a:spcPct val="90000"/>
        </a:lnSpc>
        <a:spcBef>
          <a:spcPts val="306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4pPr>
      <a:lvl5pPr marL="1260569" indent="-140063" algn="l" defTabSz="560253" rtl="0" eaLnBrk="1" latinLnBrk="0" hangingPunct="1">
        <a:lnSpc>
          <a:spcPct val="90000"/>
        </a:lnSpc>
        <a:spcBef>
          <a:spcPts val="306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5pPr>
      <a:lvl6pPr marL="1540695" indent="-140063" algn="l" defTabSz="560253" rtl="0" eaLnBrk="1" latinLnBrk="0" hangingPunct="1">
        <a:lnSpc>
          <a:spcPct val="90000"/>
        </a:lnSpc>
        <a:spcBef>
          <a:spcPts val="306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6pPr>
      <a:lvl7pPr marL="1820822" indent="-140063" algn="l" defTabSz="560253" rtl="0" eaLnBrk="1" latinLnBrk="0" hangingPunct="1">
        <a:lnSpc>
          <a:spcPct val="90000"/>
        </a:lnSpc>
        <a:spcBef>
          <a:spcPts val="306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7pPr>
      <a:lvl8pPr marL="2100948" indent="-140063" algn="l" defTabSz="560253" rtl="0" eaLnBrk="1" latinLnBrk="0" hangingPunct="1">
        <a:lnSpc>
          <a:spcPct val="90000"/>
        </a:lnSpc>
        <a:spcBef>
          <a:spcPts val="306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8pPr>
      <a:lvl9pPr marL="2381075" indent="-140063" algn="l" defTabSz="560253" rtl="0" eaLnBrk="1" latinLnBrk="0" hangingPunct="1">
        <a:lnSpc>
          <a:spcPct val="90000"/>
        </a:lnSpc>
        <a:spcBef>
          <a:spcPts val="306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0253" rtl="0" eaLnBrk="1" latinLnBrk="0" hangingPunct="1"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80126" algn="l" defTabSz="560253" rtl="0" eaLnBrk="1" latinLnBrk="0" hangingPunct="1">
        <a:defRPr sz="1103" kern="1200">
          <a:solidFill>
            <a:schemeClr val="tx1"/>
          </a:solidFill>
          <a:latin typeface="+mn-lt"/>
          <a:ea typeface="+mn-ea"/>
          <a:cs typeface="+mn-cs"/>
        </a:defRPr>
      </a:lvl2pPr>
      <a:lvl3pPr marL="560253" algn="l" defTabSz="560253" rtl="0" eaLnBrk="1" latinLnBrk="0" hangingPunct="1">
        <a:defRPr sz="1103" kern="1200">
          <a:solidFill>
            <a:schemeClr val="tx1"/>
          </a:solidFill>
          <a:latin typeface="+mn-lt"/>
          <a:ea typeface="+mn-ea"/>
          <a:cs typeface="+mn-cs"/>
        </a:defRPr>
      </a:lvl3pPr>
      <a:lvl4pPr marL="840379" algn="l" defTabSz="560253" rtl="0" eaLnBrk="1" latinLnBrk="0" hangingPunct="1">
        <a:defRPr sz="1103" kern="1200">
          <a:solidFill>
            <a:schemeClr val="tx1"/>
          </a:solidFill>
          <a:latin typeface="+mn-lt"/>
          <a:ea typeface="+mn-ea"/>
          <a:cs typeface="+mn-cs"/>
        </a:defRPr>
      </a:lvl4pPr>
      <a:lvl5pPr marL="1120506" algn="l" defTabSz="560253" rtl="0" eaLnBrk="1" latinLnBrk="0" hangingPunct="1">
        <a:defRPr sz="1103" kern="1200">
          <a:solidFill>
            <a:schemeClr val="tx1"/>
          </a:solidFill>
          <a:latin typeface="+mn-lt"/>
          <a:ea typeface="+mn-ea"/>
          <a:cs typeface="+mn-cs"/>
        </a:defRPr>
      </a:lvl5pPr>
      <a:lvl6pPr marL="1400632" algn="l" defTabSz="560253" rtl="0" eaLnBrk="1" latinLnBrk="0" hangingPunct="1">
        <a:defRPr sz="1103" kern="1200">
          <a:solidFill>
            <a:schemeClr val="tx1"/>
          </a:solidFill>
          <a:latin typeface="+mn-lt"/>
          <a:ea typeface="+mn-ea"/>
          <a:cs typeface="+mn-cs"/>
        </a:defRPr>
      </a:lvl6pPr>
      <a:lvl7pPr marL="1680759" algn="l" defTabSz="560253" rtl="0" eaLnBrk="1" latinLnBrk="0" hangingPunct="1">
        <a:defRPr sz="1103" kern="1200">
          <a:solidFill>
            <a:schemeClr val="tx1"/>
          </a:solidFill>
          <a:latin typeface="+mn-lt"/>
          <a:ea typeface="+mn-ea"/>
          <a:cs typeface="+mn-cs"/>
        </a:defRPr>
      </a:lvl7pPr>
      <a:lvl8pPr marL="1960885" algn="l" defTabSz="560253" rtl="0" eaLnBrk="1" latinLnBrk="0" hangingPunct="1">
        <a:defRPr sz="1103" kern="1200">
          <a:solidFill>
            <a:schemeClr val="tx1"/>
          </a:solidFill>
          <a:latin typeface="+mn-lt"/>
          <a:ea typeface="+mn-ea"/>
          <a:cs typeface="+mn-cs"/>
        </a:defRPr>
      </a:lvl8pPr>
      <a:lvl9pPr marL="2241012" algn="l" defTabSz="560253" rtl="0" eaLnBrk="1" latinLnBrk="0" hangingPunct="1">
        <a:defRPr sz="11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17F69EA-8125-8D06-5346-15A2DED5A282}"/>
              </a:ext>
            </a:extLst>
          </p:cNvPr>
          <p:cNvSpPr txBox="1"/>
          <p:nvPr/>
        </p:nvSpPr>
        <p:spPr>
          <a:xfrm>
            <a:off x="0" y="682752"/>
            <a:ext cx="5602288" cy="400110"/>
          </a:xfrm>
          <a:prstGeom prst="rect">
            <a:avLst/>
          </a:prstGeom>
          <a:noFill/>
          <a:effectLst>
            <a:outerShdw blurRad="5207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solidFill>
                  <a:schemeClr val="bg1"/>
                </a:solidFill>
                <a:latin typeface="Arial Black" panose="020B0A04020102020204" pitchFamily="34" charset="0"/>
              </a:rPr>
              <a:t>LA FURIA DE SAN JULIÁN</a:t>
            </a:r>
          </a:p>
        </p:txBody>
      </p:sp>
    </p:spTree>
    <p:extLst>
      <p:ext uri="{BB962C8B-B14F-4D97-AF65-F5344CB8AC3E}">
        <p14:creationId xmlns:p14="http://schemas.microsoft.com/office/powerpoint/2010/main" val="36287411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</TotalTime>
  <Words>5</Words>
  <Application>Microsoft Office PowerPoint</Application>
  <PresentationFormat>Personalizado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Black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CCS</dc:creator>
  <cp:lastModifiedBy>Office CCS</cp:lastModifiedBy>
  <cp:revision>3</cp:revision>
  <dcterms:created xsi:type="dcterms:W3CDTF">2026-05-05T11:48:52Z</dcterms:created>
  <dcterms:modified xsi:type="dcterms:W3CDTF">2026-05-05T12:39:53Z</dcterms:modified>
</cp:coreProperties>
</file>